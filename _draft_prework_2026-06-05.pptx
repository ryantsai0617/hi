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20260608 期 · 涵蓋 2026-06-01 ~ 2026-06-05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partial scan · Mon-Thu close (4 trading days) · yfinance 403 blocked · data est. from web search · Monday 重抓含週五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+14.3pp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油槓桿最強反彈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SOXX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-6.0pp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半導體反轉下殺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+3.7pp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國防航太反彈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最強反彈：UCO +14.3 pp（本週 +9.50% / 上週 -4.80%）　|　最猛下殺：SOXX -6.0 pp（本週 -1.80% / 上週 +4.20%）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霍爾木茲能源危機：XOP/BNO/UCO 週漲反轉 +8pp，油市重定價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核心：Brent $97.95 · WTI $95.20 · XOP +5.2% · UCO +9.5%　·　相關 ETF：XOP、BNO、UCO、XLE、AMLP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driver：Hormuz 半封鎖供給缺口 + OPEC+ 6/7 線上部長會議，油價結構升至 $95-$100　·　對台灣機構意義：能源 ETF 股息率上升 + 波動率擴大，搭配 options collar 提供機構組合保護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半導體反轉殺跌：Broadcom 財測打臉，SMH/SOXX 反轉 -5~6pp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核心：SMH -1.5% (反轉 -5.3pp) · SOXX -1.8% (反轉 -6.0pp) · AVGO 財測持平　·　相關 ETF：SMH、SOXX、ARKK、IGV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driver：Broadcom AI revenue forecast 未上修，市場重估 AI capex 接棒延後風險　·　對台灣機構意義：TSMC 3nm 漲價題材 vs. 下游需求疑慮，台股電子連結 ETF 部位需重評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黃金避險 + 利率轉折：GDX 反彈 +4.3pp，TLT 續跌，對沖策略轉向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核心：Gold ~$4,441/oz · GDX +2.8% (反轉 +4.3pp) · TLT -1.2% (反轉 -2.4pp)　·　相關 ETF：GLD、GDX、SLV、TLT、IEF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 升息機率年底 ~50% 重定價 + 地緣避險需求，長債承壓/黃金橫盤　·　對台灣機構意義：機構固定收益 ETF duration 管理需重調，GLD 配置比例議題浮現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美股結構輪動：標普 ATH 7600 但板塊分歧，XLF/XLI 強 vs. XLU/XLRE 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核心：SPY +1.4% 第九連漲週 · XLF +1.0% · XLU -0.8% · XLRE -1.0%　·　相關 ETF：SPY、XLF、XLI、XLU、XLRE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driver：高利率期金融/工業輪入，公用事業/REITs 承壓　·　對台灣機構意義：美股 ETF 板塊配置重新評估，XLF 受益利率翻升的配置機會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新興市場補漲：FXI +2.0%, EEM +1.5%，油元回流資源出口國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核心：FXI +2.0% · EEM +1.5% · EWZ +1.8%　·　相關 ETF：FXI、EEM、EWZ、INDA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driver：中國政策預期 + 油價帶動資源國 EM，人民幣略升　·　對台灣機構意義：EM ETF 與 EMB spreads 重新受關注，機構可評估 EM 再配置時機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國防航太 ITA：反彈 +3.7pp，中東衝突持續軍工受惠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核心：ITA +2.5% (反轉 +3.7pp) · 美伊軍事行動未停歇　·　相關 ETF：ITA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driver：美國對伊朗軍事行動持續，國防預算擴張預期，地緣風險溢價維持　·　對台灣機構意義：ITA 作為地緣風險 hedge，與台灣國防意識提升議題共鳴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債券 ETF 壓力：TLT/IEF 雙殺，長端殖利率重定價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核心：TLT -1.2% (反轉 -2.4pp) · IEF -0.8% (反轉 -2.1pp) · 年底升息機率 ~50%　·　相關 ETF：TLT、IEF、LQD、HYG、AGG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driver：油通膨 + FOMC 6/18 前瞻，市場重定價利率路徑　·　對台灣機構意義：法人固定收益 ETF 核心持倉 duration 管理緊迫，HYG spreads 需監控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能源轉型極化：ICLN 反轉 -3.6pp vs. XLE 反轉 +3.7pp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核心：ICLN -1.8% (反轉 -3.6pp) · XLE +3.5% (反轉 +3.7pp)　·　相關 ETF：ICLN、XLE、XOP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driver：油價高漲強化傳統能源敘事，清潔能源在高利率 + 政策不確定雙殺　·　對台灣機構意義：ESG ETF 配置短期再評估，XLE/ICLN 替換時機窗口，機構風格漂移風險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能源主題 ETF 矩陣 (Hormuz Crisis)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Energy Select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+3.50</a:t>
                      </a:r>
                    </a:p>
                  </a:txBody>
                  <a:tcPr>
                    <a:solidFill>
                      <a:srgbClr val="CCE0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+18.5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綜合能源龍頭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S&amp;P Oil &amp; Gas E&amp;P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+5.20</a:t>
                      </a:r>
                    </a:p>
                  </a:txBody>
                  <a:tcPr>
                    <a:solidFill>
                      <a:srgbClr val="BFD6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+22.3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探勘生產純 play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United States Brent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+5.80</a:t>
                      </a:r>
                    </a:p>
                  </a:txBody>
                  <a:tcPr>
                    <a:solidFill>
                      <a:srgbClr val="BAD3B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+24.1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Brent 現貨追蹤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United States Oil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+4.80</a:t>
                      </a:r>
                    </a:p>
                  </a:txBody>
                  <a:tcPr>
                    <a:solidFill>
                      <a:srgbClr val="C2D9C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+21.8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現貨追蹤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ProShares Ultra Bloomberg Crude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+9.50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+43.2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2x 油價槓桿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Alerian MLP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+2.20</a:t>
                      </a:r>
                    </a:p>
                  </a:txBody>
                  <a:tcPr>
                    <a:solidFill>
                      <a:srgbClr val="D7E8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-0.50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+12.4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中游管線/股息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半導體主題 ETF 矩陣 (Broadcom Disappointment)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Semiconductor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-1.50</a:t>
                      </a:r>
                    </a:p>
                  </a:txBody>
                  <a:tcPr>
                    <a:solidFill>
                      <a:srgbClr val="FA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+12.8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半導體綜合龍頭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PHLX Semiconductor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-1.80</a:t>
                      </a:r>
                    </a:p>
                  </a:txBody>
                  <a:tcPr>
                    <a:solidFill>
                      <a:srgbClr val="FAD7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+4.20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+11.5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費城半導體指數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 Innovation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-2.20</a:t>
                      </a:r>
                    </a:p>
                  </a:txBody>
                  <a:tcPr>
                    <a:solidFill>
                      <a:srgbClr val="F9D4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-5.2</a:t>
                      </a:r>
                    </a:p>
                  </a:txBody>
                  <a:tcPr>
                    <a:solidFill>
                      <a:srgbClr val="F3BCB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成長創新混合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IGV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Expanded Tech-Software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-0.30</a:t>
                      </a:r>
                    </a:p>
                  </a:txBody>
                  <a:tcPr>
                    <a:solidFill>
                      <a:srgbClr val="FDE3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+2.20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+9.8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軟體科技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QQQ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Invesco QQQ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+1.20</a:t>
                      </a:r>
                    </a:p>
                  </a:txBody>
                  <a:tcPr>
                    <a:solidFill>
                      <a:srgbClr val="DF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+14.2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那斯達克 100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霍爾木茲海峽半封鎖 (2/28-)：Brent $97.95, WTI $95.20；OPEC+ 6/7 線上部長會議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Fed 維持 3.50-3.75%（99.4% 機率不動）；年底升息機率 ~50%；6/18 FOMC 為核心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Broadcom (AVGO) AI 銷售預測未上修 → SMH/SOXX 反轉下殺 -5~6pp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S&amp;P 500 收 7,600 創 ATH，第九連漲週；5 月月漲 +5.2%；NVIDIA PC AI 晶片帶動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黃金 ~$4,441/oz，TD Securities 下調 H2 預測；GDX 礦股先行反彈 +2.8%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TSMC 3nm 漲價 15% (H2 2026)；NVIDIA FY2026 revenue $215.9B (+65% YoY)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20260608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+ 2 補充（建議 A+C+D 或 A+B+G）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 (5 trading days 完整週)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 (UWS 12 章節)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2026-06-05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